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F5950-4352-4BF5-A07D-BEA2392CC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EFC38-546B-F56F-799F-448251397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304D0-A94B-5280-3750-711B7132A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315BA-6458-116F-D7DF-8BD4AD5F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D1156-0768-DBE5-19DE-CE1AEEBF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9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62E0-8F06-868D-0AFD-8B614376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3EF6D-24B6-9F18-427F-D0B851349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0DCC3-CBD1-0917-C58A-8A75B57C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4B971-77A5-4110-A127-7F2E4190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61F16-ACE1-9973-A28D-3CA3C9895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C8405-C63A-249F-A79C-79B50A6D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117E1-F170-7731-8A72-B2629A603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1B9CF-9B63-CF7B-2F80-42D636A5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B7F60-6221-228C-3154-753BF206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E0387-6003-0385-BA4F-059BB690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7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8824-2067-5986-D6FC-47E680E3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C4D14-FA76-3E54-D0A9-57AB9BE98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E49F6-46B6-8705-3F6A-D79A52196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3F2F0-35A0-8926-B199-00725B72F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952B3-5270-528E-1679-9119C346D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FBD5C-1A67-9EA5-D961-FBE7AC91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0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C744-6184-926D-833F-9D748419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6EE74-4A58-ABB3-6896-F36167EAC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31898-59E6-E914-2594-CB57523F9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164EC-2F4F-4AD2-5125-D5DCD2C3D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C3FAA-3A42-866D-F588-960B1D156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A325F-9FB1-E933-DF5E-4DFB03A7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8EA0E-E4D2-E94A-98C3-CC109BDA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08191-4989-121B-C7BA-E9DC1EDF2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3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7257-BBE6-428F-619C-CAFC0675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16DED-11F5-7877-8A99-4E5B5848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EA046-677C-01B0-2BA8-823936D2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BB98A-F7E9-2A0F-B2DA-85FCD8D2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0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FC3D9-1020-4B3D-5FB9-0F46FCEFE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04536D-E30A-BF96-D893-C8FC6544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0D55B-75D3-5912-F256-C0D82B67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1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1331-401E-C6C9-0F7D-68D574BE3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F429-5C1A-AC3B-B9B9-48C1A4769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D4308-A3A4-4F46-918F-A9944AB0E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9C155-B968-3D7B-9F55-CE755806F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B77E2-5572-3CBA-0030-DD40D4BD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9DBAC-FCCD-93FB-A40C-486C71FDB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0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FABD4-A6FC-93E4-33BD-460A3FE1B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74C7FB-4257-7DFB-912B-34D30EADB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61E71-84F8-AC21-776F-1E61B156B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00950-9179-6DCF-D182-81EB0C46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AA4ED-6231-C543-5E57-DC317EE5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3FDA9-8AD9-9256-FDAE-6A71FE3BF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4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454F-161A-CE3C-E9BE-21B8AA92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196B8-825F-9F07-CABD-E3C9AD51D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08F32-98B2-1ED6-76EC-F848D294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AAF02-62DB-5296-0FCB-22B7C54C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218FA-4EC7-1DF4-64DE-5D78D945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99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B16444-647D-D239-C675-6F1F9E2D27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0B34C-E9CF-C78E-379A-2190BF3F99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29753-EF52-E063-D472-A9E7D20A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99D51-48A9-3CB5-94BD-6050D5A0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50BE5-605B-67F7-2BDC-09DDD685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6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B930A-C9EE-6746-994A-34C74AE0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C1B97-161F-E959-A967-F3F01B67A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BC011-F319-8802-C57A-B4B4BA449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3FCB4E-F39C-1C41-B275-9491BE22E95E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EC92D-7DA3-B467-A1D3-3C3EB5FD2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D91AE-8888-AD7B-FA90-7C73726CA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FB7C47-5559-2940-931D-40CE78CD2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8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96386C-32CD-F137-8559-0A414F803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35" y="0"/>
            <a:ext cx="10313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79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Chavez Perez, Jaquelinne</dc:creator>
  <cp:lastModifiedBy>Chavez Perez, Jaquelinne</cp:lastModifiedBy>
  <cp:revision>1</cp:revision>
  <dcterms:created xsi:type="dcterms:W3CDTF">2026-10-23T03:09:15Z</dcterms:created>
  <dcterms:modified xsi:type="dcterms:W3CDTF">2026-10-23T03:14:32Z</dcterms:modified>
</cp:coreProperties>
</file>